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800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personal con el método SCQA para justificar la migración de la solución Java de la Hackatón POO hacia Dart.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6332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87220"/>
            <a:ext cx="10566400" cy="415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63320"/>
            <a:ext cx="10566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000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0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887220"/>
            <a:ext cx="10566400" cy="4157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ESPAM MFL · PROGRAMACIÓN ORIENTADA A OBJETOS · MÉTODO SCQA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20"/>
            <a:ext cx="10883392" cy="1145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10"/>
              </a:lnSpc>
              <a:buNone/>
            </a:pPr>
            <a:r>
              <a:rPr lang="en-US" sz="4200" b="1" i="0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Migración de Java a Dart: ingreso a bodega de una planta atunera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248666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Estudiante:</a:t>
            </a:r>
            <a:r>
              <a:rPr lang="en-US" sz="1700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Kevin Ivan Peralta Jaime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299212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 industrial:</a:t>
            </a:r>
            <a:r>
              <a:rPr lang="en-US" sz="1700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planta procesadora de atún (Ingreso a Bodega)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3497580"/>
            <a:ext cx="10883392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Lenguaje asignado:</a:t>
            </a:r>
            <a:r>
              <a:rPr lang="en-US" sz="1700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Dart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· SITUACIÓN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solución original en Java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88795"/>
            <a:ext cx="10560050" cy="964142"/>
          </a:xfrm>
          <a:prstGeom prst="roundRect">
            <a:avLst>
              <a:gd name="adj" fmla="val 10209"/>
            </a:avLst>
          </a:prstGeom>
          <a:solidFill>
            <a:srgbClr val="FFFFFF"/>
          </a:solidFill>
          <a:ln w="6350">
            <a:solidFill>
              <a:srgbClr val="D6DB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233" y="1993054"/>
            <a:ext cx="1045607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Dominio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0233" y="2325793"/>
            <a:ext cx="10456079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de Ingreso a Bodega de una planta procesadora de atún: se registran las tinas que llegan al lote.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5975" y="2911687"/>
            <a:ext cx="10560050" cy="964142"/>
          </a:xfrm>
          <a:prstGeom prst="roundRect">
            <a:avLst>
              <a:gd name="adj" fmla="val 10209"/>
            </a:avLst>
          </a:prstGeom>
          <a:solidFill>
            <a:srgbClr val="FFFFFF"/>
          </a:solidFill>
          <a:ln w="6350">
            <a:solidFill>
              <a:srgbClr val="D6DB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0233" y="3115945"/>
            <a:ext cx="1045607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Solución del equipo en Java (Hackatón POO)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20233" y="3448685"/>
            <a:ext cx="10456079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Clases Tina, IngresoBodega y Main, con atributos privados y métodos de negocio que protegen las reglas.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5975" y="4034579"/>
            <a:ext cx="10560050" cy="964142"/>
          </a:xfrm>
          <a:prstGeom prst="roundRect">
            <a:avLst>
              <a:gd name="adj" fmla="val 10209"/>
            </a:avLst>
          </a:prstGeom>
          <a:solidFill>
            <a:srgbClr val="FFFFFF"/>
          </a:solidFill>
          <a:ln w="6350">
            <a:solidFill>
              <a:srgbClr val="D6DB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0233" y="4238837"/>
            <a:ext cx="10456079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Regla de negocio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20233" y="4571577"/>
            <a:ext cx="10456079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tina se evalúa con evaluarEstado() y se clasifica como Completa, Incompleta o con Excedente; el informe de cierre cuenta cada tipo.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COMPLICACIÓN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Limitaciones del entorno previo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88795"/>
            <a:ext cx="3397250" cy="1409912"/>
          </a:xfrm>
          <a:prstGeom prst="roundRect">
            <a:avLst>
              <a:gd name="adj" fmla="val 6981"/>
            </a:avLst>
          </a:prstGeom>
          <a:solidFill>
            <a:srgbClr val="FFFFFF"/>
          </a:solidFill>
          <a:ln w="6350">
            <a:solidFill>
              <a:srgbClr val="D6DB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233" y="1993054"/>
            <a:ext cx="307839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Dependencia de la JVM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0233" y="2325793"/>
            <a:ext cx="3078395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programa solo corre donde está instalado Java, un requisito más que mantener en cada equipo de la planta.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1788795"/>
            <a:ext cx="3397250" cy="1409912"/>
          </a:xfrm>
          <a:prstGeom prst="roundRect">
            <a:avLst>
              <a:gd name="adj" fmla="val 6981"/>
            </a:avLst>
          </a:prstGeom>
          <a:solidFill>
            <a:srgbClr val="FFFFFF"/>
          </a:solidFill>
          <a:ln w="6350">
            <a:solidFill>
              <a:srgbClr val="D6DB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01633" y="1993054"/>
            <a:ext cx="307839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Verbosidad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01633" y="2325793"/>
            <a:ext cx="3078395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Constructores con cuerpo, getters y más líneas para expresar la misma regla: más código que escribir y revisar.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8775" y="1788795"/>
            <a:ext cx="3397250" cy="1409912"/>
          </a:xfrm>
          <a:prstGeom prst="roundRect">
            <a:avLst>
              <a:gd name="adj" fmla="val 6981"/>
            </a:avLst>
          </a:prstGeom>
          <a:solidFill>
            <a:srgbClr val="FFFFFF"/>
          </a:solidFill>
          <a:ln w="6350">
            <a:solidFill>
              <a:srgbClr val="D6DB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033" y="1993054"/>
            <a:ext cx="307839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solo destino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3033" y="2325793"/>
            <a:ext cx="3078395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Llevar el control de tinas a tablets o celulares del personal exigiría otra base de código aparte.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· PREGUNTA CLAVE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20"/>
            <a:ext cx="10883392" cy="1305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i="0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y cómo Dart resuelve el dolor operativo manteniendo el encapsulamiento y las invariantes de negocio?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2649855"/>
            <a:ext cx="3397250" cy="1409912"/>
          </a:xfrm>
          <a:prstGeom prst="roundRect">
            <a:avLst>
              <a:gd name="adj" fmla="val 6981"/>
            </a:avLst>
          </a:prstGeom>
          <a:solidFill>
            <a:srgbClr val="124E3C"/>
          </a:solidFill>
          <a:ln w="6350">
            <a:solidFill>
              <a:srgbClr val="D6DB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0233" y="2854113"/>
            <a:ext cx="307839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safety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0233" y="3186854"/>
            <a:ext cx="3078395" cy="471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tipos no aceptan null por defecto, lo que evita fallos por datos vacíos.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97375" y="2649855"/>
            <a:ext cx="3397250" cy="1409912"/>
          </a:xfrm>
          <a:prstGeom prst="roundRect">
            <a:avLst>
              <a:gd name="adj" fmla="val 6981"/>
            </a:avLst>
          </a:prstGeom>
          <a:solidFill>
            <a:srgbClr val="124E3C"/>
          </a:solidFill>
          <a:ln w="6350">
            <a:solidFill>
              <a:srgbClr val="D6DB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01633" y="2854113"/>
            <a:ext cx="3078395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Privacidad con _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01633" y="3186854"/>
            <a:ext cx="3078395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atributo con guion bajo queda privado al archivo; los getters dan solo lectura.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78775" y="2649855"/>
            <a:ext cx="3397250" cy="1409912"/>
          </a:xfrm>
          <a:prstGeom prst="roundRect">
            <a:avLst>
              <a:gd name="adj" fmla="val 6981"/>
            </a:avLst>
          </a:prstGeom>
          <a:solidFill>
            <a:srgbClr val="124E3C"/>
          </a:solidFill>
          <a:ln w="6350">
            <a:solidFill>
              <a:srgbClr val="D6DB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83033" y="2854113"/>
            <a:ext cx="318981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código, varias plataformas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3033" y="3186854"/>
            <a:ext cx="3078395" cy="694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Dart la misma lógica puede ejecutarse en consola, en celular y en web.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RESPUESTA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63321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Comparativa técnica: Java frente a Dart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98321"/>
          <a:ext cx="10553700" cy="2697480"/>
        </p:xfrm>
        <a:graphic>
          <a:graphicData uri="http://schemas.openxmlformats.org/drawingml/2006/table">
            <a:tbl>
              <a:tblPr/>
              <a:tblGrid>
                <a:gridCol w="1688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25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2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7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7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Java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D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7F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0D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Sintaxis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System.out.println("Total: " + n); for (Tina t : lote)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print('Total: $n'); for (final t in lote), con main() sin clase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34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Constructores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Cuerpo con asignaciones: this.codigo = codigo;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Tina(this.codigo, this.peso); se asigna en la firma, con parámetros nombrados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Recolector de basura en la JVM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Recolector de basura en la Dart VM; puede compilarse a ejecutable nativo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Tipado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Estático; cualquier referencia puede ser null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Estático con null safety: String no admite null, String? sí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Encapsulamiento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private por clase y getters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_ por archivo y get; List.unmodifiable para solo lectura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5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71120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 dirty="0">
                <a:solidFill>
                  <a:srgbClr val="0B3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Demostración: código en Dart e invariantes de negocio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12800" y="1333500"/>
            <a:ext cx="5715000" cy="2258060"/>
          </a:xfrm>
          <a:prstGeom prst="roundRect">
            <a:avLst>
              <a:gd name="adj" fmla="val 4499"/>
            </a:avLst>
          </a:prstGeom>
          <a:solidFill>
            <a:srgbClr val="0F172A"/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536700"/>
            <a:ext cx="54678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class IngresoBodega {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16000" y="1742439"/>
            <a:ext cx="54678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final List&lt;Tina&gt; _loteTinas = []; // privado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1948179"/>
            <a:ext cx="54678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 registrarTina(Tina tina) {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2153921"/>
            <a:ext cx="54678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_loteTinas.add(tina);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6000" y="2359661"/>
            <a:ext cx="54678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6000" y="2565400"/>
            <a:ext cx="54678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List&lt;Tina&gt; get lote =&gt;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6000" y="2771139"/>
            <a:ext cx="54678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List.unmodifiable(_loteTinas);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6000" y="2976879"/>
            <a:ext cx="54678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void generarInforme() { /* cuenta por estado */ }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16000" y="3182621"/>
            <a:ext cx="5467858" cy="2311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E5E7EB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31000" y="1333500"/>
            <a:ext cx="478764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Invariantes protegidas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31000" y="1691639"/>
            <a:ext cx="4787646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La lista es privada: nadie la modifica desde fuera.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31000" y="2028825"/>
            <a:ext cx="4787646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solo punto de entrada: registrarTina().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31000" y="2366011"/>
            <a:ext cx="4787646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estado lo decide cada tina con evaluarEstado().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31000" y="2703196"/>
            <a:ext cx="4787646" cy="24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 informe solo lee: no altera el lote.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6238239"/>
            <a:ext cx="23383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B6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Ejecución: dart run main.dart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gración a Dart - Ingreso a Bodega (planta atunera)">
  <a:themeElements>
    <a:clrScheme name="Migración a Dart - Ingreso a Bodega (planta atunera)">
      <a:dk1>
        <a:srgbClr val="0B3D2E"/>
      </a:dk1>
      <a:lt1>
        <a:srgbClr val="F6F7F4"/>
      </a:lt1>
      <a:dk2>
        <a:srgbClr val="466C60"/>
      </a:dk2>
      <a:lt2>
        <a:srgbClr val="DFE4E0"/>
      </a:lt2>
      <a:accent1>
        <a:srgbClr val="047857"/>
      </a:accent1>
      <a:accent2>
        <a:srgbClr val="6EE7B7"/>
      </a:accent2>
      <a:accent3>
        <a:srgbClr val="0F172A"/>
      </a:accent3>
      <a:accent4>
        <a:srgbClr val="5B6470"/>
      </a:accent4>
      <a:accent5>
        <a:srgbClr val="9AA0A6"/>
      </a:accent5>
      <a:accent6>
        <a:srgbClr val="69877D"/>
      </a:accent6>
      <a:hlink>
        <a:srgbClr val="0563C1"/>
      </a:hlink>
      <a:folHlink>
        <a:srgbClr val="954F72"/>
      </a:folHlink>
    </a:clrScheme>
    <a:fontScheme name="Migración a Dart - Ingreso a Bodega (planta atunera)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569</Words>
  <Application>Microsoft Office PowerPoint</Application>
  <PresentationFormat>Panorámica</PresentationFormat>
  <Paragraphs>72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Courier New</vt:lpstr>
      <vt:lpstr>Migración a Dart - Ingreso a Bodega (planta atunera)</vt:lpstr>
      <vt:lpstr>Migración de Java a Dart: ingreso a bodega de una planta atunera</vt:lpstr>
      <vt:lpstr>La solución original en Java</vt:lpstr>
      <vt:lpstr>Limitaciones del entorno previo</vt:lpstr>
      <vt:lpstr>¿Por qué y cómo Dart resuelve el dolor operativo manteniendo el encapsulamiento y las invariantes de negocio?</vt:lpstr>
      <vt:lpstr>Comparativa técnica: Java frente a Dart</vt:lpstr>
      <vt:lpstr>Demostración: código en Dart e invariantes de negocio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Migración a Dart - Ingreso a Bodega (planta atunera)</dc:title>
  <dc:subject/>
  <dc:creator/>
  <cp:lastModifiedBy>KEVIN IVAN PERALTA JAIME</cp:lastModifiedBy>
  <cp:revision>1</cp:revision>
  <dcterms:created xsi:type="dcterms:W3CDTF">2026-10-22T05:41:28Z</dcterms:created>
  <dcterms:modified xsi:type="dcterms:W3CDTF">2026-10-22T05:42:54Z</dcterms:modified>
</cp:coreProperties>
</file>